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53c40da5384872" /><Relationship Type="http://schemas.openxmlformats.org/officeDocument/2006/relationships/extended-properties" Target="/docProps/app.xml" Id="R2e1a13405eda45a8" /><Relationship Type="http://schemas.openxmlformats.org/officeDocument/2006/relationships/officeDocument" Target="/ppt/presentation.xml" Id="Rc174211b45fb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52a35b848f44f8"/>
  </p:sldMasterIdLst>
  <p:notesMasterIdLst>
    <p:notesMasterId xmlns:r="http://schemas.openxmlformats.org/officeDocument/2006/relationships" r:id="Ra5b544bac68944c6"/>
  </p:notesMasterIdLst>
  <p:sldIdLst>
    <p:sldId xmlns:r="http://schemas.openxmlformats.org/officeDocument/2006/relationships" id="256" r:id="R6f8db13f6f9b4a4f"/>
    <p:sldId xmlns:r="http://schemas.openxmlformats.org/officeDocument/2006/relationships" id="257" r:id="Rea1908240ba1490c"/>
    <p:sldId xmlns:r="http://schemas.openxmlformats.org/officeDocument/2006/relationships" id="258" r:id="R17cd46f789fd45bc"/>
    <p:sldId xmlns:r="http://schemas.openxmlformats.org/officeDocument/2006/relationships" id="259" r:id="Rb3003739d45f4a65"/>
    <p:sldId xmlns:r="http://schemas.openxmlformats.org/officeDocument/2006/relationships" id="260" r:id="R594065be74f0455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11a119a5d4850" /><Relationship Type="http://schemas.openxmlformats.org/officeDocument/2006/relationships/slideMaster" Target="/ppt/slideMasters/slideMaster1.xml" Id="Rf952a35b848f44f8" /><Relationship Type="http://schemas.openxmlformats.org/officeDocument/2006/relationships/notesMaster" Target="/ppt/notesMasters/notesMaster1.xml" Id="Ra5b544bac68944c6" /><Relationship Type="http://schemas.openxmlformats.org/officeDocument/2006/relationships/presProps" Target="/ppt/presProps.xml" Id="R3922575104dc4282" /><Relationship Type="http://schemas.openxmlformats.org/officeDocument/2006/relationships/tableStyles" Target="/ppt/tableStyles.xml" Id="R61afe14608e14204" /><Relationship Type="http://schemas.openxmlformats.org/officeDocument/2006/relationships/slide" Target="/ppt/slides/slide1.xml" Id="R6f8db13f6f9b4a4f" /><Relationship Type="http://schemas.openxmlformats.org/officeDocument/2006/relationships/slide" Target="/ppt/slides/slide2.xml" Id="Rea1908240ba1490c" /><Relationship Type="http://schemas.openxmlformats.org/officeDocument/2006/relationships/slide" Target="/ppt/slides/slide3.xml" Id="R17cd46f789fd45bc" /><Relationship Type="http://schemas.openxmlformats.org/officeDocument/2006/relationships/slide" Target="/ppt/slides/slide4.xml" Id="Rb3003739d45f4a65" /><Relationship Type="http://schemas.openxmlformats.org/officeDocument/2006/relationships/slide" Target="/ppt/slides/slide5.xml" Id="R594065be74f045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1ca6bf3ba748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2fe4fb43e94ec2" /><Relationship Type="http://schemas.openxmlformats.org/officeDocument/2006/relationships/notesMaster" Target="/ppt/notesMasters/notesMaster1.xml" Id="R3d9ddabf3a2e40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93395f0d210436f" /><Relationship Type="http://schemas.openxmlformats.org/officeDocument/2006/relationships/notesMaster" Target="/ppt/notesMasters/notesMaster1.xml" Id="Rdc4bbc0ba3674a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41e146df0640c3" /><Relationship Type="http://schemas.openxmlformats.org/officeDocument/2006/relationships/notesMaster" Target="/ppt/notesMasters/notesMaster1.xml" Id="R6b1822ca0c7748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295db2312f4710" /><Relationship Type="http://schemas.openxmlformats.org/officeDocument/2006/relationships/notesMaster" Target="/ppt/notesMasters/notesMaster1.xml" Id="Rb2f0b3a5129249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ece55ffa8746a3" /><Relationship Type="http://schemas.openxmlformats.org/officeDocument/2006/relationships/notesMaster" Target="/ppt/notesMasters/notesMaster1.xml" Id="R9601529a095f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dbea48e3048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fdc3c0be304754" /><Relationship Type="http://schemas.openxmlformats.org/officeDocument/2006/relationships/slideLayout" Target="/ppt/slideLayouts/slideLayout1.xml" Id="Re323c080beef49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23c080beef49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6ebe50f9244a3" /><Relationship Type="http://schemas.openxmlformats.org/officeDocument/2006/relationships/notesSlide" Target="/ppt/notesSlides/notesSlide1.xml" Id="Rb97a7a1bc3d044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7d2b15fbb437e" /><Relationship Type="http://schemas.openxmlformats.org/officeDocument/2006/relationships/notesSlide" Target="/ppt/notesSlides/notesSlide2.xml" Id="Raf93692b65ed41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9585d41224655" /><Relationship Type="http://schemas.openxmlformats.org/officeDocument/2006/relationships/notesSlide" Target="/ppt/notesSlides/notesSlide3.xml" Id="R8f69f7a312ba45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18d0c3a294dfa" /><Relationship Type="http://schemas.openxmlformats.org/officeDocument/2006/relationships/notesSlide" Target="/ppt/notesSlides/notesSlide4.xml" Id="Rf20961dbd8044f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0a472459414ef5" /><Relationship Type="http://schemas.openxmlformats.org/officeDocument/2006/relationships/notesSlide" Target="/ppt/notesSlides/notesSlide5.xml" Id="R2409a2c3bfec4e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7D66A0-5106-4C53-9228-4068D46C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809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20618"/>
                </a:solidFill>
              </a:defRPr>
            </a:pPr>
            <a:r>
              <a:rPr sz="4350" b="1">
                <a:solidFill>
                  <a:srgbClr val="020618"/>
                </a:solidFill>
              </a:rPr>
              <a:t>ERINYS Care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16A1A-CEE1-420D-9208-16FC3E18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5556C"/>
                </a:solidFill>
              </a:defRPr>
            </a:pPr>
            <a:r>
              <a:rPr sz="1950" b="0">
                <a:solidFill>
                  <a:srgbClr val="45556C"/>
                </a:solidFill>
              </a:rPr>
              <a:t>A Qwen Cloud MemoryAgent that governs what memories should be trusted before generation.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C2BF5-021E-431A-9D45-6C60A5405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2762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873CC-0E8B-49F5-B65B-BEBC1E28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906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Track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BAE82-C4BC-4B1F-B11B-D5C7FF75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66925"/>
            <a:ext cx="23050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MemoryAgent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Qwen Cloud live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ERINYS policy runtime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A0839-F752-42C8-9065-542675B00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293D"/>
                </a:solidFill>
              </a:defRPr>
            </a:pPr>
            <a:r>
              <a:rPr sz="1950" b="1">
                <a:solidFill>
                  <a:srgbClr val="1D293D"/>
                </a:solidFill>
              </a:rPr>
              <a:t>Same prompt. Three memory strategies. One safe answer.</a:t>
            </a:r>
          </a:p>
        </p:txBody>
      </p:sp>
    </p:spTree>
    <p:extLst>
      <p:ext uri="{BB962C8B-B14F-4D97-AF65-F5344CB8AC3E}">
        <p14:creationId xmlns:p14="http://schemas.microsoft.com/office/powerpoint/2010/main" val="203108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100B28-6A74-432C-9CBE-9399B88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ERINYS Care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E716E-82F0-41FF-A8E1-8F0DABA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Memory storage is not memory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B0C39-68C5-49D3-922F-A4E68658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33337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77C18-F171-475F-92C1-EBB33CA9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No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0B6C59-B98D-4C5D-935D-E28FB9BF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The model is careful, but cannot know exact timing, transport, or constraints.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99635-4CB6-4DB8-B30A-CDFE4089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33337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CC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E4051C-7A6C-4D3F-BFC9-A2B68C54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9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Raw Memory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EE354-78E3-4EAB-9B43-BC01CB43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6860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A plausible RAG failure: stale routines, contradictions, and synthetic private identifiers enter the plan.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613BE-0BBB-4A6E-8BFE-A859B32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3337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48F791-F6DD-4CE9-957A-47563142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Governed Memory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B6CE0-9475-440F-A61B-04CD1064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8765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ERINYS selects current memories, demotes stale ones, marks conflicts, and blocks private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29BC4-0EEC-4520-9ADD-A5419765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20618"/>
                </a:solidFill>
              </a:defRPr>
            </a:pPr>
            <a:r>
              <a:rPr sz="2100" b="1">
                <a:solidFill>
                  <a:srgbClr val="020618"/>
                </a:solidFill>
              </a:rPr>
              <a:t>The model is already smart. The missing layer is deciding which memories are safe to use.</a:t>
            </a:r>
          </a:p>
        </p:txBody>
      </p:sp>
    </p:spTree>
    <p:extLst>
      <p:ext uri="{BB962C8B-B14F-4D97-AF65-F5344CB8AC3E}">
        <p14:creationId xmlns:p14="http://schemas.microsoft.com/office/powerpoint/2010/main" val="1146231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5A3625-B5C0-4EA6-8EAD-7A95B57D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ERINYS Care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3213D-23E0-4D0D-8DC8-E2A84B0F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demo proves the contrast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E8645-1C79-4F6F-BA76-BFFFEFC7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809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93113-AD27-4479-B13E-F61886C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No Memory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AD8A1-CAE6-4B6F-885B-6FDC303A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352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Admits it cannot reconstruct the exact clinic plan.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5E9501-1C89-4955-ACDB-D2C3A999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09875"/>
            <a:ext cx="90487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0096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5B1304-EED0-40DE-9DD3-EB55D3C0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95500"/>
            <a:ext cx="2809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9525">
            <a:solidFill>
              <a:srgbClr val="FFCCD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CA6C63-9ADE-4161-A266-4337A548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30505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Raw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346AC4-A426-4B0C-885A-CD8DF1B0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781300"/>
            <a:ext cx="2352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Leaks SYNTH identifiers and stale routes while sounding plausible.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36AC6-31B9-47DB-BDCB-FBDB7293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9875"/>
            <a:ext cx="904875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0096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CE185-9496-4A69-9586-EA851DC2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809875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0BE4B-4FA8-46C6-883E-5D485CF2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05050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ERINYS + Qwen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CF0C44-1262-4FBB-A2B5-FB5E3B18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2352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Outputs the 13:35 taxi, 14:20 check-in, and safe care plan.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720E7E-0F24-416B-8C1A-073B75EA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638175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F885E-DCA1-4CF8-B3EA-356AEAB9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829175"/>
            <a:ext cx="592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Judge-visible 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91182-4F59-4036-9066-510B6255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305425"/>
            <a:ext cx="59245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64% fewer prompt tokens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Private identifiers blocked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Memory decisions visible in UI and API</a:t>
            </a:r>
          </a:p>
        </p:txBody>
      </p:sp>
    </p:spTree>
    <p:extLst>
      <p:ext uri="{BB962C8B-B14F-4D97-AF65-F5344CB8AC3E}">
        <p14:creationId xmlns:p14="http://schemas.microsoft.com/office/powerpoint/2010/main" val="17492306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EC276-8E0F-455D-812A-23CD58E1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786F"/>
                </a:solidFill>
              </a:defRPr>
            </a:pPr>
            <a:r>
              <a:rPr sz="1200" b="1">
                <a:solidFill>
                  <a:srgbClr val="00786F"/>
                </a:solidFill>
              </a:rPr>
              <a:t>ERINYS Care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F2DB7-E647-4269-8AAF-6CBD3757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Architecture is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E413E5-A6BF-48B5-9C59-42A6FE38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3FAB2C-218B-4D45-9334-D6991EB0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5742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React UI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415D6-4F37-4BD7-9AB5-5E1C4882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1924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Same-prompt comparison and Memory Decisions panel.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888B4-CEB9-45AA-BBDD-25BF3B1F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14625"/>
            <a:ext cx="762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0096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16ECB-26A1-4BF6-9252-8986E8C0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47875"/>
            <a:ext cx="2381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0240D6-39FD-445E-8BB2-4A27E1B1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57425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EC2B6-02FC-4A9A-935E-A85385B7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733675"/>
            <a:ext cx="1924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/health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/run/benchmark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/run/governance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A6C1A-64FF-4250-8CCC-B85DC502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7620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689"/>
          </a:solidFill>
          <a:ln xmlns:a="http://schemas.openxmlformats.org/drawingml/2006/main" w="9525">
            <a:solidFill>
              <a:srgbClr val="0096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1245E-8B9F-432E-B8B1-4A979160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0FDFA"/>
          </a:solidFill>
          <a:ln xmlns:a="http://schemas.openxmlformats.org/drawingml/2006/main" w="9525">
            <a:solidFill>
              <a:srgbClr val="96F7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2B744-84A3-41DB-9891-2A9C4E21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24050"/>
            <a:ext cx="259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ERINYS 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93E95A-1B54-41A5-B7CD-C4B1E14A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25908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selected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blocked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contradiction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demoted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ignored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298957-6548-4307-817C-6398D78E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14875"/>
            <a:ext cx="6619875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FE37B-A7E0-401D-8917-F0D26B3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924425"/>
            <a:ext cx="616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Qwen Cloud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4DA0C-5F81-4726-9840-FE2DC9D4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400675"/>
            <a:ext cx="6162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OpenAI-compatible DashScope endpoint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qwen-plus-2025-07-28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E04B5-9EF4-46E9-8FA1-F4ADB6B0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43500"/>
            <a:ext cx="266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5F5A"/>
                </a:solidFill>
              </a:defRPr>
            </a:pPr>
            <a:r>
              <a:rPr sz="1725" b="1">
                <a:solidFill>
                  <a:srgbClr val="005F5A"/>
                </a:solidFill>
              </a:rPr>
              <a:t>Only selected memory context reaches Qwen Cloud.</a:t>
            </a:r>
          </a:p>
        </p:txBody>
      </p:sp>
    </p:spTree>
    <p:extLst>
      <p:ext uri="{BB962C8B-B14F-4D97-AF65-F5344CB8AC3E}">
        <p14:creationId xmlns:p14="http://schemas.microsoft.com/office/powerpoint/2010/main" val="6248125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206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D9A77-A363-4246-BD71-10C3013A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Ready for submission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13416-B58A-484B-A943-28D65429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6F7E4"/>
                </a:solidFill>
              </a:defRPr>
            </a:pPr>
            <a:r>
              <a:rPr sz="1950" b="1">
                <a:solidFill>
                  <a:srgbClr val="96F7E4"/>
                </a:solidFill>
              </a:rPr>
              <a:t>What is already complete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C2D46-7E55-411F-BCA7-CA293E39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6853F7-E67A-4B94-A600-1BC13FFD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52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57A23-25F4-4A59-BC10-79DBE9E4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28925"/>
            <a:ext cx="2876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pytest: 12 passed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ruff: passed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compileall: passed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npm build: passed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live browser: verified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9AA8D-A854-4198-AD48-C2B0CFBD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431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D38DA-953E-46EC-B46C-E00B86E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52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Submission assets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CCF97-DE90-43B9-9CD0-FCCD0685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28925"/>
            <a:ext cx="2876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MIT license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Devpost copy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Architecture diagram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Video script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Presentation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C3E4C3-F903-4B76-9981-0C9EBD7B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431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6ECD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D293C-E73D-49E2-8A97-EDCD35A5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52675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Manual next steps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97219-D82D-4818-8294-8B88808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28925"/>
            <a:ext cx="28765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Publish repository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Record demo video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Add public URLs to Devpost</a:t>
            </a:r>
          </a:p>
          <a:p xmlns:a="http://schemas.openxmlformats.org/drawingml/2006/main">
            <a:pPr algn="l">
              <a:defRPr sz="1425" b="0">
                <a:solidFill>
                  <a:srgbClr val="45556C"/>
                </a:solidFill>
              </a:defRPr>
            </a:pPr>
            <a:r>
              <a:rPr sz="1425" b="0">
                <a:solidFill>
                  <a:srgbClr val="45556C"/>
                </a:solidFill>
              </a:rPr>
              <a:t>Upload this deck</a:t>
            </a:r>
          </a:p>
        </p:txBody>
      </p:sp>
    </p:spTree>
    <p:extLst>
      <p:ext uri="{BB962C8B-B14F-4D97-AF65-F5344CB8AC3E}">
        <p14:creationId xmlns:p14="http://schemas.microsoft.com/office/powerpoint/2010/main" val="892102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2026-06-27T23:19:34.8700000Z</dcterms:created>
  <dcterms:modified xsi:type="dcterms:W3CDTF">2026-06-27T23:19:34.8700000Z</dcterms:modified>
</coreProperties>
</file>